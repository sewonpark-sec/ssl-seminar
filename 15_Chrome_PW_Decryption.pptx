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16"/>
  </p:notesMasterIdLst>
  <p:sldIdLst>
    <p:sldId id="256" r:id="rId2"/>
    <p:sldId id="410" r:id="rId3"/>
    <p:sldId id="411" r:id="rId4"/>
    <p:sldId id="412" r:id="rId5"/>
    <p:sldId id="413" r:id="rId6"/>
    <p:sldId id="414" r:id="rId7"/>
    <p:sldId id="415" r:id="rId8"/>
    <p:sldId id="416" r:id="rId9"/>
    <p:sldId id="345" r:id="rId10"/>
    <p:sldId id="417" r:id="rId11"/>
    <p:sldId id="418" r:id="rId12"/>
    <p:sldId id="419" r:id="rId13"/>
    <p:sldId id="420" r:id="rId14"/>
    <p:sldId id="287" r:id="rId1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Montserrat Medium" panose="00000600000000000000" pitchFamily="2" charset="0"/>
      <p:regular r:id="rId21"/>
      <p:bold r:id="rId22"/>
      <p:italic r:id="rId23"/>
      <p:boldItalic r:id="rId24"/>
    </p:embeddedFont>
    <p:embeddedFont>
      <p:font typeface="맑은 고딕" panose="020B0503020000020004" pitchFamily="50" charset="-127"/>
      <p:regular r:id="rId25"/>
      <p:bold r:id="rId26"/>
    </p:embeddedFont>
    <p:embeddedFont>
      <p:font typeface="페이퍼로지 1 Thin" pitchFamily="2" charset="-127"/>
      <p:regular r:id="rId27"/>
    </p:embeddedFont>
    <p:embeddedFont>
      <p:font typeface="페이퍼로지 2 ExtraLight" pitchFamily="2" charset="-127"/>
      <p:regular r:id="rId28"/>
    </p:embeddedFont>
    <p:embeddedFont>
      <p:font typeface="페이퍼로지 4 Regular" pitchFamily="2" charset="-127"/>
      <p:regular r:id="rId29"/>
    </p:embeddedFont>
    <p:embeddedFont>
      <p:font typeface="페이퍼로지 6 SemiBold" pitchFamily="2" charset="-127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FFFFFF"/>
    <a:srgbClr val="8DB6FA"/>
    <a:srgbClr val="33CC33"/>
    <a:srgbClr val="92D050"/>
    <a:srgbClr val="009900"/>
    <a:srgbClr val="00B0F0"/>
    <a:srgbClr val="336600"/>
    <a:srgbClr val="FAA4B5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8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55C5227-C226-41B0-02F1-9DBE0939E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DB79DD3-330A-6CE9-1FAE-25951D15F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0F0019E-859D-57BD-3DF3-9EA01F7E1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25998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A960C6C-1B79-E0BA-D5EC-6477FBA52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775775C-2D03-C4C4-AC94-32FF0844A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533EB46-01F0-95D1-2C0F-9528C81BA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394628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A2A6BA7-FA4D-E781-A6AD-470243BA2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60BF1F2-197A-A378-8C50-78B9B6DD01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A86A326-4CCC-DE93-8F27-F7B26AC5A9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65945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16122C2-146D-BFDE-126F-B11C204F1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C53FD32-999D-A6CD-3511-F85A65E34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174F7EE-D8C2-17F8-7AFB-32AA6DD4C6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42003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D9C0A0A-7137-B4FA-21A2-DE2397ADF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867A70A-B0E8-203F-24C3-A6DF9C5A3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6B50360-FCC4-A12C-3F4B-AE83496CF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05316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75708F6-27EC-86F8-6577-2CE2E2A9C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763E257-C348-8C14-FA21-7FE5C5FD8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74EDB0F-3273-1D8B-1CCE-4E3F2EF66A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09686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76A2EA0-A5AA-9DA9-698A-5A6EE36C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65A166-6839-6C93-ED9B-183D0A86C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AAE3A34-338E-874F-D33A-04C3179F03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897721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99C38F9-12E3-A7FE-ABC3-019E7C21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63EC73-5E0C-0791-839E-7BE5970A86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184DAC98-F581-3555-BFBF-75D5163AE7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09317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DC92926-4A1E-443A-DF01-20B5B4647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6186EE6-53E6-67A4-1892-370041260B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2707D344-8A62-D87F-E8A0-794D527B5D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53249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19F6284-F73B-0311-5A65-FDC11852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E021509-9AD1-0189-2BAF-F1238901C2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2D082A6-DEA7-93EB-7374-37EB8D1F67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535294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68F72C-4E52-65FF-8258-6DFF080C9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5618A88-1C5B-C6D4-5D3A-E21CA53AE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2A4E3C0-D653-FBA4-31ED-C4F1B7E0E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https://docs.google.com/drawings/d/1TuECFL9K7J5q5UePJLC-YH3satvb1RrjLRH-tW_VKeE/edit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517905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691371" y="1425547"/>
            <a:ext cx="5761256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/>
              <a:t>Chrome </a:t>
            </a:r>
            <a:br>
              <a:rPr lang="en-US" sz="3200"/>
            </a:br>
            <a:r>
              <a:rPr lang="en-US" sz="3200"/>
              <a:t>password_value </a:t>
            </a:r>
            <a:br>
              <a:rPr lang="en-US" sz="3200"/>
            </a:br>
            <a:r>
              <a:rPr lang="en-US" sz="3200"/>
              <a:t>Decryption</a:t>
            </a:r>
            <a:endParaRPr sz="32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3373FFB-DDCD-6DFA-3478-E486442F4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7166F68-C329-8CC4-B936-FF04E5B016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22CA270-7B15-6DCA-2AFB-52898B1AD6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C85C9EA-C9B1-D9BF-AEF4-1F9E809C7F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46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860EB33-C9F1-C441-5DDC-6AF3B94DD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A164F95-FC84-4DDC-ACFB-5476E1B53628}"/>
              </a:ext>
            </a:extLst>
          </p:cNvPr>
          <p:cNvSpPr txBox="1"/>
          <p:nvPr/>
        </p:nvSpPr>
        <p:spPr>
          <a:xfrm flipH="1">
            <a:off x="452550" y="885617"/>
            <a:ext cx="3469369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r>
              <a:rPr lang="en-US" altLang="ko-KR" sz="900">
                <a:solidFill>
                  <a:schemeClr val="dk1"/>
                </a:solidFill>
                <a:latin typeface="페이퍼로지 2 ExtraLight" pitchFamily="2" charset="-127"/>
                <a:ea typeface="페이퍼로지 2 ExtraLight" pitchFamily="2" charset="-127"/>
                <a:cs typeface="Montserrat SemiBold"/>
                <a:sym typeface="Montserrat SemiBold"/>
              </a:rPr>
              <a:t>chrome/browser/password_manager/encryptor_win.cc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2 ExtraLight" pitchFamily="2" charset="-127"/>
              <a:ea typeface="페이퍼로지 2 ExtraLight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DPAPI</a:t>
            </a:r>
            <a:r>
              <a:rPr lang="ko-KR" altLang="en-US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를 이용해 </a:t>
            </a:r>
            <a:r>
              <a:rPr lang="en-US" altLang="ko-KR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ProtectData </a:t>
            </a:r>
            <a:r>
              <a:rPr lang="ko-KR" altLang="en-US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수행 확인</a:t>
            </a: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EDD4094-6C0D-2373-882D-3945FAABC114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36060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990CB8-4732-4654-DC11-319B20438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53" t="6557" r="7191" b="6979"/>
          <a:stretch>
            <a:fillRect/>
          </a:stretch>
        </p:blipFill>
        <p:spPr>
          <a:xfrm>
            <a:off x="4186238" y="185739"/>
            <a:ext cx="4622006" cy="477916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2E4E3B9-0497-7B32-BED3-8297C84786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472" y="92596"/>
            <a:ext cx="609524" cy="609524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D9E158-ED04-31FF-B6E7-7F022DD97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53" y="1995595"/>
            <a:ext cx="4022362" cy="191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23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FDBE0D6-DB72-0042-E673-64B4B82E3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9AE2575-B3A8-3EDA-4EA7-BDDE0601F4F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0437C35-30DE-729F-F0A3-7A82909FA8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3A6B4B2-7B3F-EE1C-0253-2F257C7053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0728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1C65DC6-DF63-CDE1-A838-FD128E1D4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80EB8F-2CAD-D8A1-8E8D-A1DD4496FDA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F7E141C-3DD8-33A3-DA9F-45034CE5F6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1F1C618-DCFA-688A-5C62-3CB3AA417C6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22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ABDE96A-0F16-7EDE-D5E3-A7CAEB01D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BEC5B89-8330-98E5-508D-87AE15043B4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AAC361E-888F-A384-A5F9-1B70831573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10B301C-D6ED-5A47-28E5-BB0901A3D72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138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BC9C14A-76F9-1237-CD3E-C8609882B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D5A49F-E119-F1C8-3D34-19EC19299E9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4C31DE3-7B50-1CFD-AD42-D9BEC0448E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3C3E8E1-F6D3-44A6-F9A1-F7628CB09D7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336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D92A55B-150A-95D8-623A-8950D875C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312E7AA-D6FA-E9AA-1A13-42580D1FD891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9F8837E-6F7E-9B1F-CDA0-2E230D8193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47594A-08F9-9116-4D5C-C066233AAC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6411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742259-C860-DD9E-548E-2512B7423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251" y="0"/>
            <a:ext cx="682549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1B0ECA9-D27D-C29C-6FFD-87E23BC14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9454E3A-3951-A2BE-8AD3-67BFD9948192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B7BA1C-4759-D45D-234A-96AFB07C4D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3F8A0FE-DA80-F733-23D6-A0AD334738B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17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8760133-FD54-2A6B-6FE7-3DB9085D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44978E4-D5ED-2FAE-6B07-4CAC96FB93D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71D9513-BB93-3BA7-013E-3BFEAD62D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23F47C9-0F17-0722-ADDA-3D88B4A6457A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2772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4577AC8-096B-D918-CBEB-F3B39A7F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6C3CCF3-4181-AD64-809E-00C0DD1CBEA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484988-37CF-191A-2D97-876B15944C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606080-5351-6D12-D023-205DD1A0C5E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548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7B5F455-49C1-A180-83C8-1AE8718FF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63056E6-A7B5-71DD-218B-B7B7BFAED423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5DB0DF6-67C6-836E-0A7C-DA8FF52B7F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76D8D81-5604-C7D3-5523-1559A6F5EA4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083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52</TotalTime>
  <Words>249</Words>
  <Application>Microsoft Office PowerPoint</Application>
  <PresentationFormat>화면 슬라이드 쇼(16:9)</PresentationFormat>
  <Paragraphs>47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페이퍼로지 6 SemiBold</vt:lpstr>
      <vt:lpstr>Montserrat</vt:lpstr>
      <vt:lpstr>Montserrat Medium</vt:lpstr>
      <vt:lpstr>맑은 고딕</vt:lpstr>
      <vt:lpstr>Arial</vt:lpstr>
      <vt:lpstr>페이퍼로지 1 Thin</vt:lpstr>
      <vt:lpstr>페이퍼로지 2 ExtraLight</vt:lpstr>
      <vt:lpstr>페이퍼로지 4 Regular</vt:lpstr>
      <vt:lpstr>Energy Infographics by Slidesgo</vt:lpstr>
      <vt:lpstr>Chrome  password_value  Decryption</vt:lpstr>
      <vt:lpstr>Overview</vt:lpstr>
      <vt:lpstr>PowerPoint 프레젠테이션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14</cp:revision>
  <dcterms:created xsi:type="dcterms:W3CDTF">2026-02-25T09:00:40Z</dcterms:created>
  <dcterms:modified xsi:type="dcterms:W3CDTF">2026-02-26T02:35:52Z</dcterms:modified>
</cp:coreProperties>
</file>