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11"/>
  </p:notesMasterIdLst>
  <p:sldIdLst>
    <p:sldId id="256" r:id="rId2"/>
    <p:sldId id="435" r:id="rId3"/>
    <p:sldId id="436" r:id="rId4"/>
    <p:sldId id="437" r:id="rId5"/>
    <p:sldId id="438" r:id="rId6"/>
    <p:sldId id="439" r:id="rId7"/>
    <p:sldId id="440" r:id="rId8"/>
    <p:sldId id="441" r:id="rId9"/>
    <p:sldId id="287" r:id="rId1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Medium" panose="00000600000000000000" pitchFamily="2" charset="0"/>
      <p:regular r:id="rId16"/>
      <p:bold r:id="rId17"/>
      <p:italic r:id="rId18"/>
      <p:boldItalic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페이퍼로지 1 Thin" pitchFamily="2" charset="-127"/>
      <p:regular r:id="rId22"/>
    </p:embeddedFont>
    <p:embeddedFont>
      <p:font typeface="페이퍼로지 4 Regular" pitchFamily="2" charset="-127"/>
      <p:regular r:id="rId23"/>
    </p:embeddedFont>
    <p:embeddedFont>
      <p:font typeface="페이퍼로지 6 SemiBold" pitchFamily="2" charset="-127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7202"/>
    <a:srgbClr val="8F981A"/>
    <a:srgbClr val="9933FF"/>
    <a:srgbClr val="009900"/>
    <a:srgbClr val="FFFFFF"/>
    <a:srgbClr val="8DB6FA"/>
    <a:srgbClr val="33CC33"/>
    <a:srgbClr val="92D050"/>
    <a:srgbClr val="00B0F0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4" autoAdjust="0"/>
    <p:restoredTop sz="94660"/>
  </p:normalViewPr>
  <p:slideViewPr>
    <p:cSldViewPr snapToGrid="0">
      <p:cViewPr varScale="1">
        <p:scale>
          <a:sx n="66" d="100"/>
          <a:sy n="66" d="100"/>
        </p:scale>
        <p:origin x="58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페이퍼로지 4 Regular" pitchFamily="2" charset="-127"/>
        <a:ea typeface="페이퍼로지 4 Regular" pitchFamily="2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5880F93-9E55-049A-7D41-0E90479E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BA70776-2782-08B8-7DB2-5A169254B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8617F90-361A-E317-9A8B-B87FC42CD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5665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867121F-54FE-F8C3-1711-628FCC371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43D9F35-A015-1386-AB10-90AFF8F879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B03D8B0-484D-5C56-CED1-AB7A4EB3AD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9457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9ED8B25-6A05-C1E4-CDFC-E0AD4148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DB80F34-CF8E-F98E-16FF-A1436A3D1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C18B05EF-F27B-9F3A-DF13-B618E1DF2E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91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EEE31F7-32B4-03AC-AC8D-1E022366D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767F62C4-8C78-1485-6C70-53408CE34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76EF585B-A36A-2D7A-FBA5-2F438D162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960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2E64FBA-7EAC-BA3D-128C-B11C4D3F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C8EAD62-BD72-3094-39B6-6568D4168B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29A605B-67F9-797E-4740-C02F07F72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25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9143256-E40C-3BF7-4D02-EFF43B15B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44062D9-B15B-EF77-4C0E-DC52814B9A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504975E-D4CA-95BC-B359-8BF4EAF36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833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369275B-FC75-1DE5-5204-7EC8EE1A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D7A092D-D452-F975-77C8-28D2985A9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D1A155C-3AE4-499F-9C22-ACA1F99A3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4147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5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5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빈 화면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맑은 고딕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페이퍼로지 6 SemiBold" pitchFamily="2" charset="-127"/>
          <a:ea typeface="페이퍼로지 6 SemiBold" pitchFamily="2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737884" y="1792800"/>
            <a:ext cx="7668232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페이퍼로지 6 SemiBold" pitchFamily="2" charset="-127"/>
                <a:ea typeface="페이퍼로지 6 SemiBold" pitchFamily="2" charset="-127"/>
              </a:rPr>
              <a:t>COMrade_ABE Analysis</a:t>
            </a:r>
            <a:endParaRPr sz="28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3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5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페이퍼로지 1 Thin" pitchFamily="2" charset="-127"/>
                <a:ea typeface="페이퍼로지 1 Thin" pitchFamily="2" charset="-127"/>
              </a:rPr>
              <a:t>20200451 </a:t>
            </a:r>
          </a:p>
          <a:p>
            <a:pPr algn="r"/>
            <a:r>
              <a:rPr lang="ko-KR" altLang="en-US" sz="800" dirty="0">
                <a:latin typeface="페이퍼로지 1 Thin" pitchFamily="2" charset="-127"/>
                <a:ea typeface="페이퍼로지 1 Thin" pitchFamily="2" charset="-127"/>
              </a:rPr>
              <a:t>박세원</a:t>
            </a:r>
            <a:endParaRPr lang="en-US" altLang="ko-KR" sz="800" dirty="0">
              <a:latin typeface="페이퍼로지 1 Thin" pitchFamily="2" charset="-127"/>
              <a:ea typeface="페이퍼로지 1 Thin" pitchFamily="2" charset="-127"/>
            </a:endParaRPr>
          </a:p>
          <a:p>
            <a:pPr algn="r"/>
            <a:r>
              <a:rPr lang="en-US" altLang="ko-KR" sz="800" dirty="0">
                <a:latin typeface="페이퍼로지 1 Thin" pitchFamily="2" charset="-127"/>
                <a:ea typeface="페이퍼로지 1 Thin" pitchFamily="2" charset="-127"/>
              </a:rPr>
              <a:t>System Software Lab</a:t>
            </a:r>
            <a:r>
              <a:rPr lang="en-US" altLang="ko-KR" sz="8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3B25CA3-2689-C083-FF69-EA7FCD3FB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EFAD1BE-5A42-5F12-17EC-83B8AD8CD497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3B8D81E-7ACC-D283-A417-3336204D1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314C9BD-6C4D-7FE6-6A3D-A3E6661910A7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14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4AC0CEB-04AE-6142-282C-89C469068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395D50A-905E-56C8-B058-719F84350100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 (CLaSs Identifier) (comrade_abe/ComInterfaceAnalyzer._find_clsid_for_service)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ImagePath validation (comrade_abe/ComInterfaceAnalyzer.__init__)</a:t>
            </a: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439536A-21FC-8726-1426-7000EA18A3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EFC1485-501C-ED30-BB5F-C617B8E508AA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7A72D6C1-6572-9E30-9126-C10E79C02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27" y="1472603"/>
            <a:ext cx="8106906" cy="11050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11DE3C4-0696-175D-224C-9E150CB1F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4546" y="3118370"/>
            <a:ext cx="9144000" cy="190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77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975FD64-4CD0-EE9D-7D49-273B37FEC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38336EB-EE2D-F85D-68D5-994FDEF579F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HEKY_LM\software\classes\clsid\...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여기서 조회하면 해당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어떤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인지 알 수 없는데 만다꼬 여기도 있음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”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\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이전 페이지 정보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누가 실행할 권한이 있나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현재 페이지 정보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??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뭐가 없는데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왜 분리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하나의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App(appid)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안에 여러 기능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(clsid)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들어갈 수 있고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일반 프로그램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백그라운드 서비스로 실행될 때의 권한을 달리주기 위함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  <a:p>
            <a:pPr lvl="2">
              <a:buSzPts val="1600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동작 순서를 다시 보자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</a:p>
          <a:p>
            <a:pPr marL="342900" lvl="2" indent="-342900">
              <a:buSzPts val="1600"/>
              <a:buAutoNum type="arabicPeriod"/>
            </a:pP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서비스 찾기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(find_service_details) :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SYSTEM\CurrentControlSet\Services\googleChromeElevationSerivce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탐색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AppID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찾기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(_find_clsid_for_service)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Classes\AppID searching.. LocalService=“Google…Service”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폴더 고유번호 탐색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조우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아하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!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바로 이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CLSID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크롬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…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서비스의 진짜 알맹이로구만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?”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B21755BF-039E-A721-B799-3AF00ABCC1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1BDF79B-512C-5366-661E-56C6DCCBD83C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98B7D00C-9C94-9D5E-C6B7-DCF483946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4" y="1288121"/>
            <a:ext cx="8897592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81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4F37DD3-5D0C-F1F3-464D-8A2D616A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1479CDD-5B52-C971-D401-C024C167782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이유를 찾아보니까능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GoogleChromeElevationService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저런 하위 폴더를 지니고 있지 않음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일반적으로 지니고 있는데 뭔가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업데이트를 통한 정책이 변경된듯함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7F64380B-C51B-A83B-4357-B0B6E38AF1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031A8-3614-66D3-2369-B4E6AFEC260F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C9F2D2E6-550A-BB69-0D9E-7C54E0915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62" y="1090544"/>
            <a:ext cx="2410161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1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57B585D6-3922-BA11-C32F-99374FA7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F67EB72-B424-8E64-FB63-753F325E68B6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comrade_abe.py &gt; ComInterfaceAnalyzer.discover_elevation_services</a:t>
            </a: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Start: 0x0(Boot start: Disk driver, system core), 0x1(System start: Device driver, system module), 0x2(Auto start: Vaccine,</a:t>
            </a:r>
            <a:r>
              <a:rPr lang="ko-KR" altLang="en-US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Win), 0x3(Demand start: elevation service) </a:t>
            </a:r>
            <a:endParaRPr lang="en-US" altLang="ko-KR" sz="10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26D6016-E7BA-41A1-8972-FEADD1EA8F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313680E-8D7E-C4BB-6B48-42E3DAEC1FD7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B8D2DD6E-719D-F5BB-3DC8-C548B1226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0431"/>
            <a:ext cx="9144000" cy="18894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946FBAA-364C-1DA8-E920-C0876CA9B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7" y="2412094"/>
            <a:ext cx="9144000" cy="18604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5993BF-27D9-640F-AE90-EDDB3D096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59037"/>
            <a:ext cx="9144000" cy="20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19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C5740130-C558-6334-3AC5-9A608EE7E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B664085-E586-42E2-2F21-89D946DC8A0A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TypeLib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C++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만든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IElevator2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Python, PS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같은 다른 언어에서 쓰려면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if.) Python</a:t>
            </a:r>
          </a:p>
          <a:p>
            <a:pPr marL="177800" lvl="3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Call okay</a:t>
            </a:r>
          </a:p>
          <a:p>
            <a:pPr marL="177800" lvl="3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but)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해당 객체에 무슨 함수가 있고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param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몇 개야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문제 발생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3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3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so)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개발자는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C++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컴파일 할 적에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 객체가 가진 모든 함수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변수 정보를 모아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.tlb(Type Library)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라는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Binary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설명서 파일을 같이 만들어서 배포함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 .dll, .exe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 안의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resource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영역에 넣기도 함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)</a:t>
            </a:r>
          </a:p>
          <a:p>
            <a:pPr marL="177800" lvl="3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any) .tlb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파일을 보고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func, param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파악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92E9846-86B1-9BC9-01AC-61F30F278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9B5CD7A-107F-323C-FFD0-94288185C807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1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D2A82E6-0C35-34CF-BA6F-E8439D0CF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23F0930-B0C4-6C27-7DC9-14BD2D43EB14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99BD50E0-FE82-3DEE-6754-36F4E0E1A2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41D66B5-44CD-99B6-D203-E57D9E78A112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533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889640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Thank you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13_Hash</Template>
  <TotalTime>1981</TotalTime>
  <Words>363</Words>
  <Application>Microsoft Office PowerPoint</Application>
  <PresentationFormat>화면 슬라이드 쇼(16:9)</PresentationFormat>
  <Paragraphs>47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페이퍼로지 1 Thin</vt:lpstr>
      <vt:lpstr>Montserrat Medium</vt:lpstr>
      <vt:lpstr>페이퍼로지 4 Regular</vt:lpstr>
      <vt:lpstr>Montserrat</vt:lpstr>
      <vt:lpstr>페이퍼로지 6 SemiBold</vt:lpstr>
      <vt:lpstr>맑은 고딕</vt:lpstr>
      <vt:lpstr>Arial</vt:lpstr>
      <vt:lpstr>Energy Infographics by Slidesgo</vt:lpstr>
      <vt:lpstr>COMrade_ABE Analysis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박세원</dc:creator>
  <cp:lastModifiedBy>박세원</cp:lastModifiedBy>
  <cp:revision>407</cp:revision>
  <dcterms:created xsi:type="dcterms:W3CDTF">2026-02-25T09:00:40Z</dcterms:created>
  <dcterms:modified xsi:type="dcterms:W3CDTF">2026-03-06T08:22:19Z</dcterms:modified>
</cp:coreProperties>
</file>