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31"/>
  </p:notesMasterIdLst>
  <p:sldIdLst>
    <p:sldId id="256" r:id="rId2"/>
    <p:sldId id="457" r:id="rId3"/>
    <p:sldId id="456" r:id="rId4"/>
    <p:sldId id="458" r:id="rId5"/>
    <p:sldId id="459" r:id="rId6"/>
    <p:sldId id="461" r:id="rId7"/>
    <p:sldId id="460" r:id="rId8"/>
    <p:sldId id="453" r:id="rId9"/>
    <p:sldId id="455" r:id="rId10"/>
    <p:sldId id="449" r:id="rId11"/>
    <p:sldId id="454" r:id="rId12"/>
    <p:sldId id="436" r:id="rId13"/>
    <p:sldId id="438" r:id="rId14"/>
    <p:sldId id="439" r:id="rId15"/>
    <p:sldId id="437" r:id="rId16"/>
    <p:sldId id="452" r:id="rId17"/>
    <p:sldId id="435" r:id="rId18"/>
    <p:sldId id="442" r:id="rId19"/>
    <p:sldId id="440" r:id="rId20"/>
    <p:sldId id="444" r:id="rId21"/>
    <p:sldId id="445" r:id="rId22"/>
    <p:sldId id="443" r:id="rId23"/>
    <p:sldId id="441" r:id="rId24"/>
    <p:sldId id="446" r:id="rId25"/>
    <p:sldId id="447" r:id="rId26"/>
    <p:sldId id="448" r:id="rId27"/>
    <p:sldId id="450" r:id="rId28"/>
    <p:sldId id="451" r:id="rId29"/>
    <p:sldId id="287" r:id="rId30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32"/>
      <p:bold r:id="rId33"/>
      <p:italic r:id="rId34"/>
      <p:boldItalic r:id="rId35"/>
    </p:embeddedFont>
    <p:embeddedFont>
      <p:font typeface="Montserrat Medium" panose="00000600000000000000" pitchFamily="2" charset="0"/>
      <p:regular r:id="rId36"/>
      <p:bold r:id="rId37"/>
      <p:italic r:id="rId38"/>
      <p:boldItalic r:id="rId39"/>
    </p:embeddedFont>
    <p:embeddedFont>
      <p:font typeface="맑은 고딕" panose="020B0503020000020004" pitchFamily="50" charset="-127"/>
      <p:regular r:id="rId40"/>
      <p:bold r:id="rId41"/>
    </p:embeddedFont>
    <p:embeddedFont>
      <p:font typeface="페이퍼로지 1 Thin" pitchFamily="2" charset="-127"/>
      <p:regular r:id="rId42"/>
    </p:embeddedFont>
    <p:embeddedFont>
      <p:font typeface="페이퍼로지 4 Regular" pitchFamily="2" charset="-127"/>
      <p:regular r:id="rId43"/>
    </p:embeddedFont>
    <p:embeddedFont>
      <p:font typeface="페이퍼로지 6 SemiBold" pitchFamily="2" charset="-127"/>
      <p:bold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기본 구역" id="{E7DCC256-4942-4A3A-BC96-E5B114D737C5}">
          <p14:sldIdLst>
            <p14:sldId id="256"/>
            <p14:sldId id="457"/>
            <p14:sldId id="456"/>
            <p14:sldId id="458"/>
            <p14:sldId id="459"/>
            <p14:sldId id="461"/>
            <p14:sldId id="460"/>
            <p14:sldId id="453"/>
            <p14:sldId id="455"/>
            <p14:sldId id="449"/>
            <p14:sldId id="454"/>
            <p14:sldId id="436"/>
          </p14:sldIdLst>
        </p14:section>
        <p14:section name="제목 없는 구역" id="{043112FE-D3C7-4EF6-BDC4-0329806D6B9A}">
          <p14:sldIdLst>
            <p14:sldId id="438"/>
            <p14:sldId id="439"/>
            <p14:sldId id="437"/>
            <p14:sldId id="452"/>
            <p14:sldId id="435"/>
            <p14:sldId id="442"/>
            <p14:sldId id="440"/>
            <p14:sldId id="444"/>
            <p14:sldId id="445"/>
            <p14:sldId id="443"/>
            <p14:sldId id="441"/>
            <p14:sldId id="446"/>
            <p14:sldId id="447"/>
            <p14:sldId id="448"/>
            <p14:sldId id="450"/>
            <p14:sldId id="451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7202"/>
    <a:srgbClr val="8F981A"/>
    <a:srgbClr val="9933FF"/>
    <a:srgbClr val="009900"/>
    <a:srgbClr val="FFFFFF"/>
    <a:srgbClr val="8DB6FA"/>
    <a:srgbClr val="33CC33"/>
    <a:srgbClr val="92D050"/>
    <a:srgbClr val="00B0F0"/>
    <a:srgbClr val="33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1134" autoAdjust="0"/>
    <p:restoredTop sz="94660"/>
  </p:normalViewPr>
  <p:slideViewPr>
    <p:cSldViewPr snapToGrid="0">
      <p:cViewPr varScale="1">
        <p:scale>
          <a:sx n="69" d="100"/>
          <a:sy n="69" d="100"/>
        </p:scale>
        <p:origin x="82" y="6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724ACD0-26D9-602D-C8E5-5743F687E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AAAA1C3-2FE8-8943-AC4F-7606585C33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7FFBBB-4E63-7BB4-187E-C2560C7B65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9153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94FBF6E-C6AB-5A95-816B-55361000A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12F56E1-0AFB-5467-9885-9CC328F2B4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26A1137-186B-7CA3-A21E-A517C9FDF8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802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F65E2C-D666-A39F-7E94-272152855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EA0B90F-ECB0-52F0-2F5A-0D0733F1F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FB2DFC1-6FBF-633A-A3E4-2D1F9C3ED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847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6043E0-0080-7A79-3112-88B9CC42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8A62A18-154F-DB37-DCB3-4314AB63E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769F5D3-AE5B-227F-E545-5B9642D2EC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42066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2E64E0F-3489-1A83-94D4-804CE2568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37F9DA6-5BA4-A035-4C8A-76557EC345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DA6DC91-5FD5-09D5-5FBD-8281818A7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587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22AA7FA-908D-0BAD-2912-4B528DF1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E591210-76D0-808C-0C76-AD2E77B98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422D62D-009D-80C7-C6B7-0DE2B7F2B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6929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7A255F1-2CE2-6E6B-3457-1EF9C47E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324AEA8-F4F3-3EE7-91FD-CC69A0540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9F110A-A5EB-EA38-926E-7B8360AC0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05975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903F7A1-1639-E71E-0E51-CE6E5D54D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95E3167-6D03-EB14-188E-F368E1C1CE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58DCB8B-0AF6-1B4A-1353-6C7DD8E819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480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A6A5E46-D72D-4154-1D74-753855FF2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A63AF99-C585-C90F-5116-C8A70D73BE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B9D7EB-1707-6891-5948-28A5DCC86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63084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57F540B-F41D-0886-6A4E-F0C50DA5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2468BF8-DB01-79EA-F7EF-A126829BE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9F67DC-B4E7-586B-8774-B2A73BAA3D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70095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867121F-54FE-F8C3-1711-628FCC37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43D9F35-A015-1386-AB10-90AFF8F87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B03D8B0-484D-5C56-CED1-AB7A4EB3AD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94571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EEE31F7-32B4-03AC-AC8D-1E022366D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67F62C4-8C78-1485-6C70-53408CE34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6EF585B-A36A-2D7A-FBA5-2F438D162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9605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2E64FBA-7EAC-BA3D-128C-B11C4D3F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C8EAD62-BD72-3094-39B6-6568D4168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29A605B-67F9-797E-4740-C02F07F726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253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9ED8B25-6A05-C1E4-CDFC-E0AD4148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DB80F34-CF8E-F98E-16FF-A1436A3D1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18B05EF-F27B-9F3A-DF13-B618E1DF2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911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C3A5EB9-C566-CAC3-47B4-5143C63E6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2C3CC1D-C082-1295-1B3F-BDDE01EE3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B6345D4-2EC5-6DB3-2699-06D385FB0A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7913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880F93-9E55-049A-7D41-0E90479E8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BA70776-2782-08B8-7DB2-5A169254B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8617F90-361A-E317-9A8B-B87FC42C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6651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10D0B44-41C0-4234-1C87-7CD365370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08C3C7D-8C37-0660-9AF3-5F06CEEFB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183FBDD-912D-B3E7-52EC-DE37EBBA8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9583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143256-E40C-3BF7-4D02-EFF43B15B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44062D9-B15B-EF77-4C0E-DC52814B9A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504975E-D4CA-95BC-B359-8BF4EAF364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334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00A024E-D651-3591-81D4-924FE72E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80A0C8C-7584-1E60-83DE-FD1B25F38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CCD79F-7C7B-F97E-99F9-A01D541CCB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https://learn.microsoft.com/ko-kr/windows/win32/api/oleauto/nf-oleauto-loadtypelib &lt;-- LoadTypeLib</a:t>
            </a:r>
            <a:r>
              <a:rPr lang="en-US" altLang="ko-KR"/>
              <a:t> </a:t>
            </a:r>
            <a:r>
              <a:rPr lang="ko-KR" altLang="en-US"/>
              <a:t>함수 정의</a:t>
            </a:r>
            <a:r>
              <a:rPr lang="en-US" altLang="ko-KR"/>
              <a:t>(oleauto.h)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https://learn.microsoft.com/ko-kr/windows/win32/api/oaidl/nn-oaidl-itypelib &lt;-- ITypeLib</a:t>
            </a:r>
            <a:r>
              <a:rPr lang="ko-KR" altLang="en-US"/>
              <a:t> </a:t>
            </a:r>
            <a:r>
              <a:rPr lang="en-US" altLang="ko-KR"/>
              <a:t>Interface(oaidl.h) + ITypeLib Interface </a:t>
            </a:r>
            <a:r>
              <a:rPr lang="ko-KR" altLang="en-US"/>
              <a:t>는 </a:t>
            </a:r>
            <a:r>
              <a:rPr lang="en-US" altLang="ko-KR"/>
              <a:t>Iunknow </a:t>
            </a:r>
            <a:r>
              <a:rPr lang="ko-KR" altLang="en-US"/>
              <a:t>인터페이스에서 상속된다</a:t>
            </a:r>
            <a:r>
              <a:rPr lang="en-US" altLang="ko-KR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832218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87E13DD-C849-47B1-64B0-535BF0FD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D7A1D6-9315-F94B-894D-DD40D6A7B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C36B2E0-8780-9DDF-E516-4E14A9080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6400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E235FB2-B503-3348-A62A-8D3CD36C3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B4D60A0-1EFD-DFAA-489F-E1522BF754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21B0C80-4695-D7E0-B348-78430CE4F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43636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369275B-FC75-1DE5-5204-7EC8EE1A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D7A092D-D452-F975-77C8-28D2985A9E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1A155C-3AE4-499F-9C22-ACA1F99A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41474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C3C9D7-E5A0-4594-4DF8-A54AD1AA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225E6B-917C-DFED-AECB-6C83A376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850610A-56F8-2FA4-2172-553DE5DBA6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34994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E9A3542-885F-1150-529B-9C7DB7F33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15152A7-5029-4041-2128-20D3B656A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6474FC9-9AEF-CDFA-4B36-A5A039ED2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3149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6841DED-72E7-4BF8-61FF-2997B871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ADB1BD6-B4AF-EC90-ED80-FBF342D35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48740D-92B3-BB2E-6AC2-AC6BB50E8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632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2494B69-69AB-CD76-D855-5A88D9BB8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F9F3539-232C-73D9-02B1-EC8268FEA1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30730C-763B-BE8F-BCE0-0B8DBF194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7813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0C4E41A-0E37-DBA5-A562-752CFCFA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5903A58-1C14-A464-C433-5035989BA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203F2B4-624C-0D81-25FF-8A774E4EB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6749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737884" y="1792800"/>
            <a:ext cx="7668232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latin typeface="페이퍼로지 6 SemiBold" pitchFamily="2" charset="-127"/>
                <a:ea typeface="페이퍼로지 6 SemiBold" pitchFamily="2" charset="-127"/>
              </a:rPr>
              <a:t>COMrade_ABE Analysis</a:t>
            </a:r>
            <a:endParaRPr sz="2800"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5AF286A-D40E-7C64-131F-9C53F976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681EF65-A0E9-CB4A-26F7-C49CC388C31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4655F97-9F92-2CF6-C15A-681503069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5B2225-E967-29DA-1D04-4BC98A57D46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467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DB89538-490D-CA20-AF91-06DE4E84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5AE7802-6A0C-F0BA-1589-D162B191225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설계도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, 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공장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환경 및 보안 설정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생성할 것인가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정의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InprocServer32: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LocalServer32: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ProgID: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사람이 읽기 쉬운 이름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Chrome.ElevationService) / AppID(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): 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객체의 실행 권한이나 보안 설정은 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가서 확인해라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 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포인터 역할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이나 서비스 안에 들어있는 여러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묶어서 공통된 실행 방식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네트워크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(DCOM)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설정을 관리한다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LocalService: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앱은 직접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실행하지 말고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(GoogleChromeElevationService)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실행해라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.” / RunAs: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앱을 실행할 때 어떤 계정으로 실행할까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?(SYSTEM, USER…) / AccessPermission, LaunchPermission: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실행하고 접근할 수 있는가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[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ACL/SDDL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바이너리 값으로 저장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]) / DllSurrogate: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이지만 다른 독립된 프로세스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(dllhost.exe)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얹어서 실행하라는 지시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CLSID==AppID?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권한을 명시해둔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같은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참조하는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매치가 있을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동일한 값을 공유한다는 것은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매치를 의미하고 독립적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엄격한 권한 관리가 필요한 것을 의미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그런데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적혀있고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LocalServer32(Path to 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있는데 없어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시스템에게 맡기는게 아니라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 서비스 제어 관리자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관리하는 시스템인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**SCM(Service Control Manager)**)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이름으로 등록된 서비스를 깨우라고 지시하는 동작을 수행하게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초기 설치 단계에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목록에 영구 등록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2: 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별값이 없는 이유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그냥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로직에서 모든 검증 직접 해버림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조회 시 종속성이 있음을 확인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[ RPCSS ]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종속성이 있다는 것은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COM/RPC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흐름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mojo ipc? : 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OS-Proc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간의 통신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proxy: marshaling(oleaut32.dll) -&gt; rpcss.exe -&gt; stub: unmarshaling(oleaut32.dll) -&gt;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mojo ipc: only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communication (e.g: renderer, browser, gpu, network…)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C469AE-4F3D-1C1B-5D85-7F36DDC75D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ko-KR" altLang="en-US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발표 자료 작성 중 개념 정리</a:t>
            </a:r>
            <a:br>
              <a:rPr lang="en-US" altLang="ko-KR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0D0E08E-5F5C-B3E2-6CD1-208DAF7F3ED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FFEC64B-68BB-26A8-4337-61121A3FBA2A}"/>
              </a:ext>
            </a:extLst>
          </p:cNvPr>
          <p:cNvSpPr txBox="1"/>
          <p:nvPr/>
        </p:nvSpPr>
        <p:spPr>
          <a:xfrm>
            <a:off x="452550" y="4914760"/>
            <a:ext cx="47608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SCM: Win OS one of core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components “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백그라운드 서비스 총괄 매니저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”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144BF6-D82B-2825-B91D-5DC9A0332E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5" t="7445" r="2712" b="7496"/>
          <a:stretch>
            <a:fillRect/>
          </a:stretch>
        </p:blipFill>
        <p:spPr>
          <a:xfrm>
            <a:off x="3802039" y="1152836"/>
            <a:ext cx="3730700" cy="116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72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60FFB80-8364-34F0-48C8-0ED60E32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16E4D2D-C5FB-E3FD-0266-F25EA81FF3F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어떻게 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py, elevation_service, dpapi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 &gt; win32com.client.Dispatch(“Chrome.ElevationService”)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1-1. CoCreateInstance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param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들어가야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ole32.dll ! CoCreateInstance(…):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서브시스템 진입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AppID(LocalService)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**CoCreateInstance: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지정된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연결된 클래스의 단일 개체를 만들고 기본값 초기화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combase.dll ! CClassCache::GetClassObject(…): SCM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켜줘 요청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통신망 준비 완료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ole32.dll ! IUnknown_QueryInterface_Proxy(…): 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가능하냐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질의 후 응답 확인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py &gt; elevator.DecryptData(encrypted_blob)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6. oleaut32.dll ! DispCallFunc(…)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 DLL: 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수행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배열을 네트워크 패킷 형태로 포장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7. rpcrt4.dll ! NdrClientCall3(…):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클라이언트 함수 호출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ALPC(Adv Local Procedure Call)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포트로 던짐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===Windowns Kernel(ALPC)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통한 컨텍스트 스위칭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8. rpcrt4.dll ! NdrServerCall2(…): 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데이터를 받고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thread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깨움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9. oleaut32.dll ! _Stub(…)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 DLL: 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패킷을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배열로 조립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10. elevation_service.exe ! elevation_service::Elevator::DecryptData(…):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NTAUTHORITY\SYSTEM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11. elevation_service.exe ! elevation_service::CallerValidation::Verify(…): chrome.exe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검증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(OS Level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모듈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12. elevation_service.exe ! chrome::DecryptStringWithAppBoundProvider(…): ABE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관련 처리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13. crypt32.dll ! CryptUnprotectData(…): 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해제 함수 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(SYSTEM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계정 확인 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Master Key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14. elevation_service.exe ! elevation_service::Elevator::DecryptData [RETURN]: plaintext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받고 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15. oleaut32.dll ! _Stub [RETURN Marshaling]: 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다시 포장해서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클라이언트에게 돌려보냄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다시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타고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 복귀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16. rpcrt.dll ! NdrClientCall3 [RETURN]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17. oleaut32.dll ! DispCallFunc [Return Unmarshaling]: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응답받은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파이썬이 읽을 수 있는 문자열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객체로 변환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18. py &gt; decrypted_key = elevator.DecryptData(…): AES-256 Key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ㅋㅋ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70D46B-2E8F-6A6C-7BA8-63E80A9B75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76DBB4-718E-2D60-8C4C-21A23611336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364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50F8CE7-AA52-AF11-49D3-DF570EC2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C4FC903-4A82-0E84-BDA4-B7B935A692D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 함수 정리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__init__: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분석에 필요한 초기 경로 초기화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(executable_path, type_lib, discovered_clsid, browser_key, target_methods[EncryptData, DecryptData], proxy_stub_cache: Dict{str, Info], coclasses: list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find_service_details(self, browser_key): HKLM\SYSTEM\CurrentControlSet\Services\{candidates}.ImagePath: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 exec path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en-US" altLang="ko-KR" sz="10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RETURNED FROM _find_clsid_for_service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CLSID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_find_clsid_for_service(self, service_name): HKLM\Classes\AppID.value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Get executable_path from CLSID but, not exists in Chrome..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Find CLSID via AppID LocalService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discover_elevation_services(self): Discover all elevation services on the system (search for strpattern(e.g: brave)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get_service_runtime_status(self, service_name):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서비스가 실행 중인지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중지됐는지 상태 확인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analyze_service_security(self, service_name): DACL/SDDL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분석해 보안 권한 정도 파악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(elevation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 Search===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search_typelibs_by_pattern(self, pattern): HKCR\TypeLib{tl_id}\{version}\HELPDIR(TypeLib)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Find TypeLib Path &gt; HKCR\TypeLib\{tl_id}\version\{lcid}\win32, win64.value **lcid**: Just index like array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===COM Analysis===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analyze_com_security(self, clsid): HKCR\AppID{app_id}.RunAS, DllSurogate, LocalService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필요한 정보 조합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Read Security Descriptors &gt; HKCR\AppID\{app_id}.LaunchPermission, AccessPermission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상태 분석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analyze_proxy_stub(self, iid): HKCR\{Interface\\{iid}\{ProxyStubClsid32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조회해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++ &gt;&gt; 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존재할 수 있으므로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…\{iid}\TypeLib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oleautomation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**oleautomation**? &gt;&gt;&gt;&gt; 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참조해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Marshaling, Unmarshaling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수행할 수 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편하다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.)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기본 값을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설정하고 탐색하는데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있으면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WinOS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무조건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수행함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marshaling_typeoleautomation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정보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not registered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 유효하지 않은 것이고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main_signer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필드 값을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뭔가 하나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analyze_pe_typelib(self): PE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정적 분석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적용 보안 기법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영역에서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개수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같은걸 저장안함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알아야 할거 아니야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&gt;&gt;&gt;&gt; .exe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로드되면 알아서 로드함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exec 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있으면 해당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LocadTypeLibEx(exec_path)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함수를 실행하면 걍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됨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07EEB98-660E-AD8E-8974-C4CF55445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013BDB7-7DAE-80FF-9511-8BBC6E9D317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682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B95260F-4E53-011C-B50A-480C79E7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22AB95A-2572-C744-4FFA-ED5568F5988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analyze_coclasses: 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*&gt;&gt;*TKIND_COCLASS**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특정 항목의 종류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Kind)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나타내는 상수를 이용해 실제 생성 가능한 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CoClass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name, CLSID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획득 및 필요한 정보 추출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(LocalServer32 path, InprocServer32 path)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&amp;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Analysis===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load_type_library(self): exec_path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 ! LoadTypeLibEx(exec_path)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get_inheritance_chain(self, TypeLibInfo):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구조를 쫓아가면서 함수와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이름을 저장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DecryptData, 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존재 여부 판별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C6A78D7-C9C5-83E6-62E4-FC43EA60D8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6B59D2D-3C7D-6BAC-5AF9-67AA52E941A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2737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B341BD4-68A4-38B5-06C8-80289F8F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8F1D2BF-D267-AE68-D07B-8704BACDE36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996902-7F9A-3CF2-A009-3A5F37C3C8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Section done.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4F3E98-E18C-1F8D-75A8-EB78CEB9A6C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008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782511-F14D-0E28-058C-7EB869752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7409086-961E-6358-B5FB-AD8C896BA2A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사전 정리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7BA63CD-6AA4-75C0-E5FC-B3906542EA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2B46D1D-7462-162A-3778-D6D79CA8F0E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514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131D3CD-E519-1060-511F-1FBB15D69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1B7811C-0C70-B654-34CA-E84BD1ACDF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Component Object Model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 간 서로의 함수를 빌려쓰기 위한 규칙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diff. API ?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객체 단위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 내에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들이 뭉쳐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내가 작성한 프로그램이 크롬의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암호화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빌려 쓰고 싶다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근데 내가 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안의 함수를 내 맘대로 호출할 수 없으니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이라는 객체가 필요한 것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구현한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클래스가 존재한다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껍데기는 서비스 형태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알맹이는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프레임워크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2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가지 핵심 요소 </a:t>
            </a: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Interface: TKIND_INTERFACE / TKIND_DISPATCH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객체가 어떤 함수를 제공하는지 정의한 명세서 </a:t>
            </a: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2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AppBoundEncryption , IUnknown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CoClass – Component Class / TKIND_COCLASS &gt;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해당 인터페이스를 실제로 구현한 구현체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클래스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자체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메모리 생성되는 대상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357188" lvl="3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e.g.) ElevationService , IElevator </a:t>
            </a: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할 수 있도록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(GUID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IDL(Compile-time to convert .tlb),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필수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조회 가능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상속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필수 인터페이스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인터페이스는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상속받은 인터페이스가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역할을 수행 가능한지 확인하는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사용하는 프로그램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스레드 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Release(Ref_count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감소 함수 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0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도달 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suicide: gabage collection)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B61009D-37BC-ACB6-11AC-24B8F49969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0F363E0-005C-2238-3EC3-7B2FF0722B2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0201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BCE3447-8624-5E5D-2D7E-AB48A9400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37E1AF4-F78E-196F-B303-A52E4BAA13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 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인터페이스를 고유하게 식별하기 위한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128bit GUID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GUID? Globally Unique Identifier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 IID = {8F7B6792…}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Target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객체인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 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목표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 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정의된 함수를 사용하는 실제 프로그램 식별자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가짐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A4654B5-6CF4-EF1E-CFE2-703F962609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C44FC3-DC14-7D74-DDCA-101CBBEF265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595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7E57818-C2CE-B9D7-BE61-EF518DF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AB02636-C5F7-C26D-6178-2440710766C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순서 정리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[ OS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IPC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준비하는 순서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CLSID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 및 실행 파일 찾기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HKCR\CLSID\{CLSID}\LocalServer32 : “ C:\...\elevation_service.exe 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보안 권한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UAC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상승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원격 실행 규칙 등을 확인하기 위해 이 단계에서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연결해 함께 조회한다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(Chrome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== 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이므로 필요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X)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IID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파악 및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HKCR\Interface\{IID}\ProxyStubClsid32 : “ {00020424 - …} ”</a:t>
            </a: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IPC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위한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 줄 놈 찾은 후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메모리에 로드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Marshaling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해줄 놈이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찾아야 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oleaut32.dll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HKCR\Interface\{IID}\TypeLib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값을 읽은 후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HKCR\Typelib\{TypeLib ID} </a:t>
            </a:r>
            <a:r>
              <a:rPr lang="ko-KR" altLang="en-US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 가면 별 값 없음</a:t>
            </a:r>
            <a:r>
              <a:rPr lang="en-US" altLang="ko-KR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Chrome</a:t>
            </a:r>
            <a:r>
              <a:rPr lang="ko-KR" altLang="en-US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특이점</a:t>
            </a:r>
            <a:endParaRPr lang="en-US" altLang="ko-KR" sz="1200" u="sng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TypeLib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읽어서 함수 선언부 파악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oleaut32.dll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파일에서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빼서 메모리 로드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함수의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ret, param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Marshaling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사용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준비 완료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 시작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68EEF7C-B41F-7FF0-9F8F-7CD9AF6ADF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00D7289-0932-A47E-9A73-E94841848D1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D971D749-2CAE-59D4-2ABF-76410DA63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726" y="3724851"/>
            <a:ext cx="5775724" cy="655364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BBAD3BC-81CA-D815-F76A-4549DBF5DA6C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5551714" y="3120571"/>
            <a:ext cx="251874" cy="60428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320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AC0CEB-04AE-6142-282C-89C469068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395D50A-905E-56C8-B058-719F8435010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(CLaSs Identifier) (comrade_abe/ComInterfaceAnalyzer._find_clsid_for_service)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DllSurogate, RunAs, 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value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로써 있을 수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reg key: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객체가 어떤 방식으로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권한으로 실행될지 결정하는 중요한 값이 들어감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만들어진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실행하라는 요청이 들어오면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연결해라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계정으로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(LocalSystem, LocalService, NetworkService …)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*&gt;*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**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 validation (comrade_abe/ComInterfaceAnalyzer.__init__)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439536A-21FC-8726-1426-7000EA18A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EFC1485-501C-ED30-BB5F-C617B8E508AA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A72D6C1-6572-9E30-9126-C10E79C02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27" y="2019223"/>
            <a:ext cx="8106906" cy="1105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11DE3C4-0696-175D-224C-9E150CB1F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27" y="3604005"/>
            <a:ext cx="6280151" cy="13077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09F674-42D0-6AD7-042B-3B44A67D2E24}"/>
              </a:ext>
            </a:extLst>
          </p:cNvPr>
          <p:cNvSpPr/>
          <p:nvPr/>
        </p:nvSpPr>
        <p:spPr>
          <a:xfrm>
            <a:off x="3660802" y="2019223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977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4F37DD3-5D0C-F1F3-464D-8A2D616A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1479CDD-5B52-C971-D401-C024C167782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이유를 찾아보니까능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en-US" altLang="ko-KR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e.g.) InprocServer32 &gt; Path: %systemroot%\system32\ShellConfigTask.dll </a:t>
            </a: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정책 변경되면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HKLM\Software\Classes\AppID\{…AppID…}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LocalService ??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실행하는게 아니라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등록된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서비스를 호출해 작업을 처리한다는 뜻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로드되어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!)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F64380B-C51B-A83B-4357-B0B6E38AF1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95031A8-3614-66D3-2369-B4E6AFEC260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03134AC-5C83-8473-C04B-E61231B1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98" y="1239633"/>
            <a:ext cx="4627271" cy="1061695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F1D16FB-2372-9EEE-B5FE-6E9A40F07BAB}"/>
              </a:ext>
            </a:extLst>
          </p:cNvPr>
          <p:cNvCxnSpPr>
            <a:cxnSpLocks/>
          </p:cNvCxnSpPr>
          <p:nvPr/>
        </p:nvCxnSpPr>
        <p:spPr>
          <a:xfrm flipH="1">
            <a:off x="800100" y="1085850"/>
            <a:ext cx="1050131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51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7B585D6-3922-BA11-C32F-99374FA7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F67EB72-B424-8E64-FB63-753F325E68B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comrade_abe.py &gt; ComInterfaceAnalyzer.discover_elevation_services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Start: 0x0(Boot start: Disk driver, system core), 0x1(System start: Device driver, system module), 0x2(Auto start: Vaccine,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Win), 0x3(Demand start: elevation service)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26D6016-E7BA-41A1-8972-FEADD1EA8F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313680E-8D7E-C4BB-6B48-42E3DAEC1FD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B8D2DD6E-719D-F5BB-3DC8-C548B1226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" y="1419925"/>
            <a:ext cx="9144000" cy="18894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46FBAA-364C-1DA8-E920-C0876CA9B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4" y="1928834"/>
            <a:ext cx="9144000" cy="186040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05993BF-27D9-640F-AE90-EDDB3D096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3191"/>
            <a:ext cx="9144000" cy="201727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0F9DB73-8CCA-337F-42AC-554B5D4E8AAE}"/>
              </a:ext>
            </a:extLst>
          </p:cNvPr>
          <p:cNvSpPr/>
          <p:nvPr/>
        </p:nvSpPr>
        <p:spPr>
          <a:xfrm>
            <a:off x="2676866" y="1392501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219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975FD64-4CD0-EE9D-7D49-273B37FEC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38336EB-EE2D-F85D-68D5-994FDEF579F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HEKY_LM\software\classes\clsid\...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여기서 조회하면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어떤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인지 알 수 없는데 만다꼬 여기도 있음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실행할 권한이 있나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??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뭐가 없는데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원래 하위폴더가 있어야 하는데 없노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..)</a:t>
            </a: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분리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App(appid)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여러 기능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들어갈 수 있고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프로그램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서비스로 실행될 때의 권한을 달리주기 위함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lvl="2">
              <a:buSzPts val="1600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 순서를 다시 보자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42900" lvl="2" indent="-342900">
              <a:buSzPts val="1600"/>
              <a:buAutoNum type="arabicPeriod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(find_service_details) :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SYSTEM\CurrentControlSet\Services\googleChromeElevationSerivce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(_find_clsid_for_service)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Classes\AppID searching.. LocalService=“Google…Service”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폴더 고유번호 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조우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바로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크롬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서비스의 진짜 알맹이로구만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?”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21755BF-039E-A721-B799-3AF00ABCC1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1BDF79B-512C-5366-661E-56C6DCCBD83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8B7D00C-9C94-9D5E-C6B7-DCF483946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04" y="1542119"/>
            <a:ext cx="8897592" cy="96215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9712D27-AF74-9CC0-A9E3-B2DD38EF9AC3}"/>
              </a:ext>
            </a:extLst>
          </p:cNvPr>
          <p:cNvSpPr/>
          <p:nvPr/>
        </p:nvSpPr>
        <p:spPr>
          <a:xfrm>
            <a:off x="3294743" y="1542119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407D33-AFB5-CD00-EEAD-41F689A238FD}"/>
              </a:ext>
            </a:extLst>
          </p:cNvPr>
          <p:cNvSpPr/>
          <p:nvPr/>
        </p:nvSpPr>
        <p:spPr>
          <a:xfrm>
            <a:off x="3823660" y="1542120"/>
            <a:ext cx="2852057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04BC66-4588-E5CF-1A9C-1C4356E3D6D7}"/>
              </a:ext>
            </a:extLst>
          </p:cNvPr>
          <p:cNvSpPr/>
          <p:nvPr/>
        </p:nvSpPr>
        <p:spPr>
          <a:xfrm>
            <a:off x="6103256" y="2256969"/>
            <a:ext cx="2852057" cy="242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32183F9-64D8-DBEB-BCB4-7DDF984FCB41}"/>
              </a:ext>
            </a:extLst>
          </p:cNvPr>
          <p:cNvCxnSpPr/>
          <p:nvPr/>
        </p:nvCxnSpPr>
        <p:spPr>
          <a:xfrm flipH="1" flipV="1">
            <a:off x="5733826" y="1734455"/>
            <a:ext cx="369430" cy="6322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681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5D4F74A-64E3-F1EA-73E2-2E8739E7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BDCD290-968E-B828-2A43-53E7B1A843F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ComInterfaceAnalyzer.analyze_proxy_stub </a:t>
            </a:r>
            <a:endParaRPr lang="en-US" altLang="ko-KR" sz="1000" b="1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 b="1">
                <a:latin typeface="페이퍼로지 4 Regular" pitchFamily="2" charset="-127"/>
                <a:ea typeface="페이퍼로지 4 Regular" pitchFamily="2" charset="-127"/>
              </a:rPr>
              <a:t>Google Chrome Elevation Service: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 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CLSID/AppID(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</a:rPr>
              <a:t>동일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): {708860E0-F641-4611-8895-7D867DD3675B},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IID / TypeLib: {463ABECF-410D-407F-8AF5-0DF35A005CC8}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경로를 뒤져서 찾은 인터페이스 통신 전담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Proxy/Stub Set CLSID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탐색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2. TypeLib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도 함께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</a:t>
            </a:r>
          </a:p>
          <a:p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+ TypeLib / IID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가 동일한 이유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= ???: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객체로부터 직접 명세서를 받아내는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Fallback Mechanism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작동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..?</a:t>
            </a:r>
            <a:b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</a:br>
            <a:r>
              <a:rPr lang="en-US" altLang="ko-KR" sz="1000"/>
              <a:t>elif not reg_read_value(winreg.HKEY_CLASSES_ROOT, rf"TypeLib\{result.typelib_id}", None):</a:t>
            </a:r>
          </a:p>
          <a:p>
            <a:r>
              <a:rPr lang="en-US" altLang="ko-KR" sz="1000"/>
              <a:t>                    # TypeLib GUID specified but not registered in TypeLib registry</a:t>
            </a:r>
          </a:p>
          <a:p>
            <a:r>
              <a:rPr lang="en-US" altLang="ko-KR" sz="1000"/>
              <a:t>                    # This can still work if the interface itself is the TypeLib ID</a:t>
            </a:r>
          </a:p>
          <a:p>
            <a:r>
              <a:rPr lang="en-US" altLang="ko-KR" sz="1000"/>
              <a:t>                    pass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8771C69-D2C7-88EC-BD1F-F2100E4667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89706AE-4CD3-F853-C7AE-CB3FF9F3DBD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116FB6EA-357E-8FC8-6B29-71F4C6B73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98" y="1587376"/>
            <a:ext cx="8697539" cy="117173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21E9F5-F20E-95A9-458F-664BF743B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0" y="3841391"/>
            <a:ext cx="8830907" cy="116221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D252BC-5F5B-04E1-8B3E-BE6B9CE07CBF}"/>
              </a:ext>
            </a:extLst>
          </p:cNvPr>
          <p:cNvSpPr/>
          <p:nvPr/>
        </p:nvSpPr>
        <p:spPr>
          <a:xfrm>
            <a:off x="1428083" y="2237678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85997C-16F2-0622-CD0F-FEDAE3B9D8E2}"/>
              </a:ext>
            </a:extLst>
          </p:cNvPr>
          <p:cNvSpPr/>
          <p:nvPr/>
        </p:nvSpPr>
        <p:spPr>
          <a:xfrm>
            <a:off x="5860233" y="2077077"/>
            <a:ext cx="3062674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93132A-2C7F-E775-DF02-4D5E480595D6}"/>
              </a:ext>
            </a:extLst>
          </p:cNvPr>
          <p:cNvSpPr/>
          <p:nvPr/>
        </p:nvSpPr>
        <p:spPr>
          <a:xfrm>
            <a:off x="793380" y="4711859"/>
            <a:ext cx="540567" cy="172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EE17B23-3148-75A2-2D80-CA671213697E}"/>
              </a:ext>
            </a:extLst>
          </p:cNvPr>
          <p:cNvSpPr/>
          <p:nvPr/>
        </p:nvSpPr>
        <p:spPr>
          <a:xfrm>
            <a:off x="3140339" y="4779012"/>
            <a:ext cx="4551378" cy="363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해당 </a:t>
            </a:r>
            <a:r>
              <a:rPr lang="en-US" altLang="ko-KR">
                <a:solidFill>
                  <a:schemeClr val="tx1"/>
                </a:solidFill>
              </a:rPr>
              <a:t>TypeLib</a:t>
            </a:r>
            <a:r>
              <a:rPr lang="ko-KR" altLang="en-US">
                <a:solidFill>
                  <a:schemeClr val="tx1"/>
                </a:solidFill>
              </a:rPr>
              <a:t>은 </a:t>
            </a:r>
            <a:r>
              <a:rPr lang="en-US" altLang="ko-KR">
                <a:solidFill>
                  <a:schemeClr val="tx1"/>
                </a:solidFill>
              </a:rPr>
              <a:t>GoogleChromeElevationService</a:t>
            </a:r>
            <a:r>
              <a:rPr lang="ko-KR" altLang="en-US">
                <a:solidFill>
                  <a:schemeClr val="tx1"/>
                </a:solidFill>
              </a:rPr>
              <a:t>의 </a:t>
            </a:r>
            <a:r>
              <a:rPr lang="en-US" altLang="ko-KR">
                <a:solidFill>
                  <a:schemeClr val="tx1"/>
                </a:solidFill>
              </a:rPr>
              <a:t>TypeLib ID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549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3B25CA3-2689-C083-FF69-EA7FCD3FB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EFAD1BE-5A42-5F12-17EC-83B8AD8CD497}"/>
              </a:ext>
            </a:extLst>
          </p:cNvPr>
          <p:cNvSpPr txBox="1"/>
          <p:nvPr/>
        </p:nvSpPr>
        <p:spPr>
          <a:xfrm flipH="1">
            <a:off x="452550" y="9319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ComInterfaceAnalyzer.analyze_proxy_stub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검색해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 Automation Library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기본 내장 핵심 시스템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객체가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필요하다 했는데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“custom”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사용자가 직접 코드를 짜서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만들어야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“oleautomation”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데이터 타입만 사용한다면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알아서 해줌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oleaut32.dll ==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통역사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B8D81E-7ACC-D283-A417-3336204D18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14C9BD-6C4D-7FE6-6A3D-A3E6661910A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F0D04EF8-869B-2580-AA4E-99BE28CD5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83" y="3328563"/>
            <a:ext cx="835459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144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9E548B8-86E0-179A-CB44-59883C7B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CD8E7EA-1361-CC77-9616-119AB45FFB3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proxy? (Client-side)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함수를 호출하면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요청을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전송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stub? (Server-side)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 껍데기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보낸 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실제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Invoke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 다음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 to Proxy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src/sys/internal_api.cpp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등에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Vaccine, EDR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우회 용도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메모리 할당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개봉 시에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OpenProcess, VirtualAlloc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등의 함수를 사용하는데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Can be detected by Vaccine..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기법은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WinAPI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거치지 않고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OS 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직접 요청하는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Direct Systcall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기법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이때 사용되는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Assembly Code Strips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이라고 지칭함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Common: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코드 통신을 위함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3005012-37D1-F981-9362-D30CD55129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2A7B2FA-413E-5C2A-D46A-C403494C8F5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2857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5740130-C558-6334-3AC5-9A608EE7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B664085-E586-42E2-2F21-89D946DC8A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만든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Python, PS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다른 언어에서 쓰려면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if.) Python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 okay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but)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객체에 무슨 함수가 있고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param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몇 개야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문제 발생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so)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컴파일 할 적에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객체가 가진 모든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변수 정보를 모아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.tlb(Type Library)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Binary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 파일을 같이 만들어서 배포함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 .dll, 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안의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resource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넣기도 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any) .tlb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보고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func, param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92E9846-86B1-9BC9-01AC-61F30F2781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9B5CD7A-107F-323C-FFD0-94288185C8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06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F2C0D30-8518-058E-CF70-3D4237CC4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1B1D-7E2E-13FE-BC1C-ADDC0DCF2CA3}"/>
              </a:ext>
            </a:extLst>
          </p:cNvPr>
          <p:cNvSpPr txBox="1"/>
          <p:nvPr/>
        </p:nvSpPr>
        <p:spPr>
          <a:xfrm flipH="1">
            <a:off x="452550" y="885617"/>
            <a:ext cx="2456905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Tool: C:\Program Files (x86)\Windows Kits\10\bin\10.0.26100.0\x64\oleview.exe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*&gt;*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.text(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.data, …, .rsrc(resources)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섹션이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.rsrc: ico, program info, …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23DF4CE-3F44-8821-ED49-8A4A2C677E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201685"/>
            <a:ext cx="2456905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 sz="1400">
                <a:latin typeface="페이퍼로지 6 SemiBold" pitchFamily="2" charset="-127"/>
                <a:ea typeface="페이퍼로지 6 SemiBold" pitchFamily="2" charset="-127"/>
              </a:rPr>
              <a:t>Extract TypeLib with Win-Kit</a:t>
            </a:r>
            <a:endParaRPr sz="1400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EDD82DF-6969-5DFE-FBDE-DF876B7E8179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258868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3A478701-77BD-BB9B-0AEA-29EEDE8FEC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111374" y="232410"/>
            <a:ext cx="3032626" cy="490728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4B03129-BCCE-421F-B062-A786E5028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53" t="2166" r="4138" b="2427"/>
          <a:stretch>
            <a:fillRect/>
          </a:stretch>
        </p:blipFill>
        <p:spPr>
          <a:xfrm>
            <a:off x="3244771" y="272242"/>
            <a:ext cx="2866603" cy="482761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7021DD-D76A-3C78-3B7A-442873D04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50" y="2571750"/>
            <a:ext cx="2456905" cy="49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65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5AF31F3-2DF8-5569-EC23-7A4A9EEF1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F15C4F-E7D3-3BE5-E0DE-1E23A737D47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 section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통째로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extract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90DC5FD-7E61-4571-351E-672A1DE9A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78DB1E-A078-98D1-0024-FAAF1067468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325810E4-7CE6-1739-5519-4EEC42F0F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85" y="3263935"/>
            <a:ext cx="1813601" cy="115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21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2832F49-CAEB-5BCD-27BA-F4B1B1D6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2A1F9C8-E3C2-8E14-A242-D1DECB8FB81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ComInterfaceAnalyzer.analyze_pe_typelib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65BDE5-98C8-433F-0E99-271DD42370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with Py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C66FD8-3C12-E0B2-281A-3879B4FE5B3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9420346-4BEC-0B11-AE8A-33F03AB91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105" y="1600180"/>
            <a:ext cx="3602623" cy="12760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F019469-D98B-8ED1-5DC1-F264A1017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25" y="958983"/>
            <a:ext cx="5527964" cy="8968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0D797D0-EF7D-1959-DE09-71CBDB8C50C2}"/>
              </a:ext>
            </a:extLst>
          </p:cNvPr>
          <p:cNvSpPr/>
          <p:nvPr/>
        </p:nvSpPr>
        <p:spPr>
          <a:xfrm>
            <a:off x="1903615" y="2128058"/>
            <a:ext cx="1604356" cy="216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982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2A82E6-0C35-34CF-BA6F-E8439D0CF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23F0930-B0C4-6C27-7DC9-14BD2D43EB1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comrade_ade.py &gt; ComInterfaceAnalyzer.search_typelibs_by_pattern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 {1BF5208B- …}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안에는 어떤 함수들이 있고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파라미터는 뭘 받아야 하는가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알려주는 명세서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설명서의 고유 번호입니다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어디서 쓰이나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방금 질문하신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사용됩니다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RunRecoveryCRXElevated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어떤 함수들이 숨겨져 있는지 그 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Library)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파악하기 위해 사용합니다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HKEY_CLASSES_ROOT\TypeLib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아래에 저장됩니다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win64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탐색하는 과정을 두고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라고 해둔 걸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원래는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지니고 있는 듯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가리키는 경로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그러나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자체인 것을 보니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embedded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듯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처리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ComInterfaceAnalyzer.analyze_pe_typelib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9BD50E0-FE82-3DEE-6754-36F4E0E1A2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41D66B5-44CD-99B6-D203-E57D9E78A11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36B16C3E-125F-ABEE-414E-8DE782581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8594"/>
            <a:ext cx="9144000" cy="11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533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614D13B-7E30-7588-A046-36F0F8042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7B6AE31-D07D-718A-52C6-DA74569B8B0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0E0FC41-6430-7AEA-C51F-F9305E11AF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B235A67-E1DA-C801-D341-37ECF063CFF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797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B6EB41-A06C-DB8D-277E-9DB92CB8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642D171-6477-47F9-3558-2CB5598CC2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1C5B75-5DA9-5817-399D-CEB4B4B11C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C166897-4542-D55E-8F28-33CA79AA6C3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2974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EA6759E-7960-35E7-211C-BF1E2BCB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873B91C-909E-6802-49CF-058C977569D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AFA12B9-4D08-35FE-FEA9-93FEEEAA1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57F9F18-0424-D966-BCE8-4A0BB9347D8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94128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0BB8E67-8C59-3089-7C3E-92D3295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5971745-C39E-BEE6-835A-1EEC36AB988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292B8EF-7B1C-DED0-7318-DFFBB03BD3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C2C551-029E-E8B6-83E2-8C5AEC9ADEC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937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5C8F21-FF17-815D-89C2-E85748F3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D02AE1E-D283-EE20-3510-3163E9BC4B6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4BFDC00-E8B5-86E2-3B16-428B75CD95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167D3FB-CC5D-DA24-146A-4FCA494DE1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87645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3105</TotalTime>
  <Words>3179</Words>
  <Application>Microsoft Office PowerPoint</Application>
  <PresentationFormat>화면 슬라이드 쇼(16:9)</PresentationFormat>
  <Paragraphs>295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7" baseType="lpstr">
      <vt:lpstr>맑은 고딕</vt:lpstr>
      <vt:lpstr>페이퍼로지 1 Thin</vt:lpstr>
      <vt:lpstr>Arial</vt:lpstr>
      <vt:lpstr>Montserrat</vt:lpstr>
      <vt:lpstr>Montserrat Medium</vt:lpstr>
      <vt:lpstr>페이퍼로지 4 Regular</vt:lpstr>
      <vt:lpstr>페이퍼로지 6 SemiBold</vt:lpstr>
      <vt:lpstr>Energy Infographics by Slidesgo</vt:lpstr>
      <vt:lpstr>COMrade_ABE Analysis</vt:lpstr>
      <vt:lpstr>Overview</vt:lpstr>
      <vt:lpstr>발표 자료 작성 중 개념 정리 </vt:lpstr>
      <vt:lpstr>Overview</vt:lpstr>
      <vt:lpstr>Overview</vt:lpstr>
      <vt:lpstr>Overview</vt:lpstr>
      <vt:lpstr>Section done.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Extract TypeLib with Win-Kit</vt:lpstr>
      <vt:lpstr>Extract TypeLib</vt:lpstr>
      <vt:lpstr>Extract TypeLib with Py</vt:lpstr>
      <vt:lpstr>Overview</vt:lpstr>
      <vt:lpstr>Overview</vt:lpstr>
      <vt:lpstr>Overview</vt:lpstr>
      <vt:lpstr>Overview</vt:lpstr>
      <vt:lpstr>Overview</vt:lpstr>
      <vt:lpstr>Overview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591</cp:revision>
  <dcterms:created xsi:type="dcterms:W3CDTF">2026-02-25T09:00:40Z</dcterms:created>
  <dcterms:modified xsi:type="dcterms:W3CDTF">2026-03-14T08:33:22Z</dcterms:modified>
</cp:coreProperties>
</file>